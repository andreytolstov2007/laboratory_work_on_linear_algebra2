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68A66-404D-314F-0641-9D331801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B848EC-6F71-1B63-D309-31187190E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20204-E3F7-5063-FF97-34CBCD71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DCBE68-C594-84BE-97B9-A7FD3CD5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E82C37-A4B2-7349-DBF7-5515BC4D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6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2F8BF-0066-794A-79C1-AD052788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33A24F-36EF-0091-5DD7-B7DD4B498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D91EF-D037-03BA-9B8A-7BDEAA6F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F900D7-E99E-0DB7-CC24-68C6D064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D9E5D8-0908-DFF0-C4CF-963667D5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20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8E3F-44E1-3791-9705-091262E4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50FDF2-6758-ACBB-6418-2E88AB3A2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0D0AE9-6B97-D1DF-BD76-BDDFCA62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773415-54C7-804C-BAA0-E9D7E80A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A631F-1672-E544-70D2-B6BB8FDA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34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1E767-419B-6267-14D0-5B6C613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86717B-A02F-DF47-193E-33CC26DDF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B07BCE-20DC-D9D7-0035-B11291273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424EEA-F818-4D57-FECF-A3B2757A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44837E-0643-D64B-73B8-0B7966EB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E8D19-C0BC-4661-1A6B-B9F4E0A7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86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772FC-04C3-ADAE-5F59-AB1AF4BE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3C208E-8F5B-06C5-D49F-0251486EB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FC3DF8-1A3D-EC45-520F-B78B355F1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1D6581-A938-1084-B896-BB01BF0AD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C7D2A0-35CD-FE93-0F70-7265D3D86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720B50-4509-CCC2-5E55-4DDF0349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11FF77-8A58-11F6-69FB-DED1DB6F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6AB0D8-7DD8-FAA8-8DF5-7D89CBE4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79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575DF-D804-885F-7895-DE2D06A7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A17A32-340B-EFA3-8C43-9557B2FB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473A5C-0A5A-C277-6EF2-B9047E78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4ADC1E-4A37-94FB-F611-AE97592B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68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99682E-13B2-2CCD-DF0F-6D5DF78A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3A6142-C2A6-F5E6-EF0F-191CE31C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B61E99-90CE-379C-C904-2F9162BE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37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828B3-4F25-2438-0E8E-94267AB3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1EBE47-FA8E-E7AB-010A-A4A17E3EE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577F56-9F08-0483-6606-66718E514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50E1AD-6FED-C0FD-904F-626C50FE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996594-D9B6-495E-11AC-97AC030A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37415F-FA12-CC22-AA63-9642004F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57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03EC3-EA19-9422-D449-716F5D87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6BDC2D-F932-0758-1B3F-F63F0040F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1ED989-BAFB-7479-CEF5-90D77B13A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B29560-F186-1E61-4523-04704719A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3E5CBD-0F2D-5CBA-30C9-D690CA9D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BCC388-C42C-B44E-2D03-0036A42D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41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4F853-FC27-6389-BA23-F00194F5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42C224-E454-B8B3-0CCB-48636C977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0D30C9-6111-EA12-84B0-AACD5AE3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24BF55-723F-CED5-A271-1F75463B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5FABC1-925A-FB24-92D5-471BE950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89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B8AE85-2665-7D30-7A3B-04356CBCC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A1C3A3-5EF8-4943-5E6B-13BBD21E7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90BC34-BCAD-5536-303E-EF9353E0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023D8-151B-CBE6-F08F-9F114F8E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980F7-83A5-3E5A-3147-B2EE4953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62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31794-C391-DFA2-E3FA-A476B673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03EAC7-7DF6-1DC5-3439-2CCA03DD1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77CE98-C072-E56C-3C00-A55B10E38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711FC-36C8-4E84-8F47-274A0856B2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FA52D-2069-E2AF-5CE1-CB80D6A77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44FEAB-0BB4-17A3-6AC7-BD9652E98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5D2BB-8CFC-4CB0-8D65-BBA6C6AA5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06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B80AD68-8FBD-F9E1-46DF-AF946F01E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096000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9CA5BB0-F2E5-2A79-E47F-4C9303E16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401084"/>
            <a:ext cx="6096002" cy="345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868CE6F-896A-987E-7434-CB1C4C9A9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423465"/>
            <a:ext cx="6096000" cy="343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35DC3D8-AEC0-B4EC-8B34-A33E9074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1"/>
            <a:ext cx="6096001" cy="340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27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B26C3057-E89C-690C-8C49-952C837BA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7944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9404F5F-784F-E2CD-7C7F-24DF9659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559" y="0"/>
            <a:ext cx="537944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9044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Tolstov</dc:creator>
  <cp:lastModifiedBy>Andrey Tolstov</cp:lastModifiedBy>
  <cp:revision>1</cp:revision>
  <dcterms:created xsi:type="dcterms:W3CDTF">2026-05-28T05:07:15Z</dcterms:created>
  <dcterms:modified xsi:type="dcterms:W3CDTF">2026-05-28T05:07:47Z</dcterms:modified>
</cp:coreProperties>
</file>